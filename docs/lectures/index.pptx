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Lecctues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the course lectures. Click on any card below to view the slides and materials for that topic, or use the search bar to find a specific lecture.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Lecctues</dc:title>
  <dc:creator/>
  <cp:keywords/>
  <dcterms:created xsi:type="dcterms:W3CDTF">2026-05-04T00:36:55Z</dcterms:created>
  <dcterms:modified xsi:type="dcterms:W3CDTF">2026-05-04T00:36:55Z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listing">
    <vt:lpwstr/>
  </property>
  <property fmtid="{D5CDD505-2E9C-101B-9397-08002B2CF9AE}" pid="9" name="page-layout">
    <vt:lpwstr>full</vt:lpwstr>
  </property>
  <property fmtid="{D5CDD505-2E9C-101B-9397-08002B2CF9AE}" pid="10" name="title-block-banner">
    <vt:lpwstr>True</vt:lpwstr>
  </property>
  <property fmtid="{D5CDD505-2E9C-101B-9397-08002B2CF9AE}" pid="11" name="toc-title">
    <vt:lpwstr>Table of contents</vt:lpwstr>
  </property>
</Properties>
</file>