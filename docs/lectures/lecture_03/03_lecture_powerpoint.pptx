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</p:txBody>
      </p:sp>
      <p:pic>
        <p:nvPicPr>
          <p:cNvPr descr="03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pic>
        <p:nvPicPr>
          <p:cNvPr descr="03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pic>
        <p:nvPicPr>
          <p:cNvPr descr="03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pic>
        <p:nvPicPr>
          <p:cNvPr descr="03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03400" y="609600"/>
            <a:ext cx="54737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2026-05-19T00:18:59Z</dcterms:created>
  <dcterms:modified xsi:type="dcterms:W3CDTF">2026-05-19T00:18:59Z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