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5: Review</a:t>
            </a:r>
          </a:p>
        </p:txBody>
      </p:sp>
      <p:sp>
        <p:nvSpPr>
          <p:cNvPr id="3" name="Content Placeholder 2"/>
          <p:cNvSpPr>
            <a:spLocks noGrp="1"/>
          </p:cNvSpPr>
          <p:nvPr>
            <p:ph idx="1"/>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 Tests</a:t>
            </a:r>
          </a:p>
          <a:p>
            <a:pPr lvl="0"/>
            <a:r>
              <a:rPr/>
              <a:t>Paired T Tests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Brief review</a:t>
            </a:r>
          </a:p>
          <a:p>
            <a:pPr lvl="0"/>
            <a:r>
              <a:rPr/>
              <a:t>Hypothesis tests for two populations</a:t>
            </a:r>
          </a:p>
          <a:p>
            <a:pPr lvl="0"/>
            <a:r>
              <a:rPr/>
              <a:t>Assumptions of parametric tests</a:t>
            </a:r>
          </a:p>
          <a:p>
            <a:pPr lvl="0"/>
            <a:r>
              <a:rPr/>
              <a:t>Power of Parametric Tests</a:t>
            </a:r>
          </a:p>
          <a:p>
            <a:pPr lvl="0"/>
            <a:r>
              <a:rPr/>
              <a:t>Introduction to Non-Parametric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 - CLICK TO NEXT AS SAME TEXT</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latin typeface="Courier"/>
              </a:rPr>
              <a:t>Pooled SD: 2.58 mm</a:t>
            </a:r>
          </a:p>
          <a:p>
            <a:pPr lvl="0" indent="0">
              <a:buNone/>
            </a:pPr>
            <a:r>
              <a:rPr>
                <a:latin typeface="Courier"/>
              </a:rPr>
              <a:t>Effect size for observed 1.45 mm difference: Cohen's d = 0.56 </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2026-05-05T01:19:41Z</dcterms:created>
  <dcterms:modified xsi:type="dcterms:W3CDTF">2026-05-05T01:19:41Z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