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latin typeface="Courier"/>
              </a:rPr>
              <a:t>Pooled SD: 2.58 mm</a:t>
            </a:r>
          </a:p>
          <a:p>
            <a:pPr lvl="0" indent="0">
              <a:buNone/>
            </a:pPr>
            <a:r>
              <a:rPr>
                <a:latin typeface="Courier"/>
              </a:rPr>
              <a:t>Effect size for observed 1.45 mm difference: Cohen's d = 0.56 </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2026-05-06T02:19:51Z</dcterms:created>
  <dcterms:modified xsi:type="dcterms:W3CDTF">2026-05-06T02:19:51Z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