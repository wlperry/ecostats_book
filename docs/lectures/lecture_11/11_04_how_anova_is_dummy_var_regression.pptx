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448116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8762943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39235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11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38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29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4476966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7933378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39058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2026-05-19T00:16:57Z</dcterms:created>
  <dcterms:modified xsi:type="dcterms:W3CDTF">2026-05-19T00:16:57Z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