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9482081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1621257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829508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098487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2026-05-06T02:23:43Z</dcterms:created>
  <dcterms:modified xsi:type="dcterms:W3CDTF">2026-05-06T02:23:43Z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