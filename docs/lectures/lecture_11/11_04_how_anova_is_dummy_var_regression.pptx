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9912043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4130141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9439926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1312204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2026-05-05T01:23:52Z</dcterms:created>
  <dcterms:modified xsi:type="dcterms:W3CDTF">2026-05-05T01:23:52Z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