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876677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862109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7766625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991154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2026-05-04T01:13:51Z</dcterms:created>
  <dcterms:modified xsi:type="dcterms:W3CDTF">2026-05-04T01:13:51Z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