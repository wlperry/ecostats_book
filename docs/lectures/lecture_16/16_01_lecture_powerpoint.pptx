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0.003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0.016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0.114 0.006 -    
## TJH 0.006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2026-05-04T00:40:40Z</dcterms:created>
  <dcterms:modified xsi:type="dcterms:W3CDTF">2026-05-04T00:40:40Z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